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2" r:id="rId5"/>
    <p:sldId id="260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7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4660"/>
  </p:normalViewPr>
  <p:slideViewPr>
    <p:cSldViewPr>
      <p:cViewPr varScale="1">
        <p:scale>
          <a:sx n="82" d="100"/>
          <a:sy n="82" d="100"/>
        </p:scale>
        <p:origin x="1709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a Neha" userId="9259c24bc043ff9d" providerId="LiveId" clId="{2616D93E-EC3B-4055-BE8D-F9B74086DFE1}"/>
    <pc:docChg chg="delSld modSld">
      <pc:chgData name="Varshitha Neha" userId="9259c24bc043ff9d" providerId="LiveId" clId="{2616D93E-EC3B-4055-BE8D-F9B74086DFE1}" dt="2026-06-24T12:49:02.882" v="20" actId="20577"/>
      <pc:docMkLst>
        <pc:docMk/>
      </pc:docMkLst>
      <pc:sldChg chg="del">
        <pc:chgData name="Varshitha Neha" userId="9259c24bc043ff9d" providerId="LiveId" clId="{2616D93E-EC3B-4055-BE8D-F9B74086DFE1}" dt="2026-06-24T12:48:43.891" v="1" actId="2696"/>
        <pc:sldMkLst>
          <pc:docMk/>
          <pc:sldMk cId="53067771" sldId="257"/>
        </pc:sldMkLst>
      </pc:sldChg>
      <pc:sldChg chg="modSp mod">
        <pc:chgData name="Varshitha Neha" userId="9259c24bc043ff9d" providerId="LiveId" clId="{2616D93E-EC3B-4055-BE8D-F9B74086DFE1}" dt="2026-06-24T12:49:02.882" v="20" actId="20577"/>
        <pc:sldMkLst>
          <pc:docMk/>
          <pc:sldMk cId="3595401931" sldId="258"/>
        </pc:sldMkLst>
        <pc:spChg chg="mod">
          <ac:chgData name="Varshitha Neha" userId="9259c24bc043ff9d" providerId="LiveId" clId="{2616D93E-EC3B-4055-BE8D-F9B74086DFE1}" dt="2026-06-24T12:49:02.882" v="20" actId="20577"/>
          <ac:spMkLst>
            <pc:docMk/>
            <pc:sldMk cId="3595401931" sldId="258"/>
            <ac:spMk id="2" creationId="{00000000-0000-0000-0000-000000000000}"/>
          </ac:spMkLst>
        </pc:spChg>
      </pc:sldChg>
      <pc:sldChg chg="del">
        <pc:chgData name="Varshitha Neha" userId="9259c24bc043ff9d" providerId="LiveId" clId="{2616D93E-EC3B-4055-BE8D-F9B74086DFE1}" dt="2026-06-24T12:48:39.931" v="0" actId="2696"/>
        <pc:sldMkLst>
          <pc:docMk/>
          <pc:sldMk cId="1000014371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5A5C9-86B5-492A-B9AC-2958711F8A33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D45C7-39B0-45CB-8AEB-AB8850A99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15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51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324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56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21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02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8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4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757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3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25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37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2263B-B243-4D5F-9143-3A0E744A06F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0D9CD-CFBF-4AA2-81CB-EE339C33E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56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gellachinmayasai-code/Mini-Project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95536" y="2099945"/>
            <a:ext cx="4392488" cy="1113031"/>
          </a:xfrm>
        </p:spPr>
        <p:txBody>
          <a:bodyPr>
            <a:noAutofit/>
          </a:bodyPr>
          <a:lstStyle/>
          <a:p>
            <a:pPr algn="l"/>
            <a:r>
              <a:rPr lang="en-US" sz="1600" dirty="0"/>
              <a:t>A web-based Applicant Tracking System that automates resume screening by comparing candidate resumes with job descriptions using intelligent keyword-based matching.</a:t>
            </a:r>
            <a:br>
              <a:rPr lang="en-US" sz="1600" dirty="0"/>
            </a:br>
            <a:br>
              <a:rPr lang="en-IN" sz="1600" dirty="0"/>
            </a:br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119" y="0"/>
            <a:ext cx="4160881" cy="68133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6182" y="548680"/>
            <a:ext cx="4261895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rPr>
              <a:t>Resume Screening System                        (ATS)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Minus 12"/>
          <p:cNvSpPr/>
          <p:nvPr/>
        </p:nvSpPr>
        <p:spPr>
          <a:xfrm>
            <a:off x="-629754" y="2974020"/>
            <a:ext cx="6141609" cy="45719"/>
          </a:xfrm>
          <a:prstGeom prst="mathMinu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03522" y="3336349"/>
            <a:ext cx="1800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Name              : </a:t>
            </a:r>
          </a:p>
          <a:p>
            <a:endParaRPr lang="en-IN" sz="2000" b="1" dirty="0"/>
          </a:p>
          <a:p>
            <a:r>
              <a:rPr lang="en-IN" sz="2000" b="1" dirty="0"/>
              <a:t>Roll Number  : </a:t>
            </a:r>
          </a:p>
          <a:p>
            <a:endParaRPr lang="en-IN" sz="2000" b="1" dirty="0"/>
          </a:p>
          <a:p>
            <a:r>
              <a:rPr lang="en-IN" sz="2000" b="1" dirty="0"/>
              <a:t>Department 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3326" y="3406688"/>
            <a:ext cx="2520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N.Chinmaya</a:t>
            </a:r>
            <a:r>
              <a:rPr lang="en-IN" dirty="0"/>
              <a:t> Sai</a:t>
            </a:r>
          </a:p>
          <a:p>
            <a:endParaRPr lang="en-IN" dirty="0"/>
          </a:p>
          <a:p>
            <a:r>
              <a:rPr lang="en-IN" dirty="0"/>
              <a:t>23AK1A0532</a:t>
            </a:r>
          </a:p>
          <a:p>
            <a:endParaRPr lang="en-IN" dirty="0"/>
          </a:p>
          <a:p>
            <a:r>
              <a:rPr lang="en-IN" dirty="0"/>
              <a:t>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223733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3848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91880" y="332656"/>
            <a:ext cx="5112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Problem Statement</a:t>
            </a:r>
          </a:p>
        </p:txBody>
      </p:sp>
      <p:sp>
        <p:nvSpPr>
          <p:cNvPr id="9" name="Flowchart: Process 8"/>
          <p:cNvSpPr/>
          <p:nvPr/>
        </p:nvSpPr>
        <p:spPr>
          <a:xfrm>
            <a:off x="3491880" y="1052735"/>
            <a:ext cx="2556284" cy="2005623"/>
          </a:xfrm>
          <a:prstGeom prst="flowChart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562169" y="1211700"/>
            <a:ext cx="259572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Time-consuming</a:t>
            </a:r>
          </a:p>
          <a:p>
            <a:pPr defTabSz="720000"/>
            <a:endParaRPr lang="en-US" b="1" dirty="0"/>
          </a:p>
          <a:p>
            <a:r>
              <a:rPr lang="en-US" dirty="0"/>
              <a:t>Manual screening requires many hours for every job opening</a:t>
            </a:r>
          </a:p>
          <a:p>
            <a:endParaRPr lang="en-IN" dirty="0"/>
          </a:p>
        </p:txBody>
      </p:sp>
      <p:sp>
        <p:nvSpPr>
          <p:cNvPr id="14" name="Flowchart: Process 13"/>
          <p:cNvSpPr/>
          <p:nvPr/>
        </p:nvSpPr>
        <p:spPr>
          <a:xfrm>
            <a:off x="6300192" y="1052734"/>
            <a:ext cx="2556284" cy="2005623"/>
          </a:xfrm>
          <a:prstGeom prst="flowChart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Flowchart: Process 14"/>
          <p:cNvSpPr/>
          <p:nvPr/>
        </p:nvSpPr>
        <p:spPr>
          <a:xfrm>
            <a:off x="3491880" y="3645024"/>
            <a:ext cx="2556284" cy="2290237"/>
          </a:xfrm>
          <a:prstGeom prst="flowChart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Process 15"/>
          <p:cNvSpPr/>
          <p:nvPr/>
        </p:nvSpPr>
        <p:spPr>
          <a:xfrm>
            <a:off x="6311866" y="3645025"/>
            <a:ext cx="2556284" cy="2290236"/>
          </a:xfrm>
          <a:prstGeom prst="flowChart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398834" y="1165533"/>
            <a:ext cx="2349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High volume</a:t>
            </a:r>
          </a:p>
          <a:p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311866" y="3866813"/>
            <a:ext cx="2595726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Need for automation</a:t>
            </a:r>
          </a:p>
          <a:p>
            <a:pPr defTabSz="720000"/>
            <a:endParaRPr lang="en-US" b="1" dirty="0"/>
          </a:p>
          <a:p>
            <a:r>
              <a:rPr lang="en-US" dirty="0"/>
              <a:t>A simple, reliable system is required to </a:t>
            </a:r>
            <a:r>
              <a:rPr lang="en-US" dirty="0" err="1"/>
              <a:t>prioritise</a:t>
            </a:r>
            <a:r>
              <a:rPr lang="en-US" dirty="0"/>
              <a:t> candidates efficiently.</a:t>
            </a:r>
          </a:p>
          <a:p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466145" y="3866813"/>
            <a:ext cx="259572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Poor filtering</a:t>
            </a:r>
          </a:p>
          <a:p>
            <a:endParaRPr lang="en-US" dirty="0"/>
          </a:p>
          <a:p>
            <a:r>
              <a:rPr lang="en-US" dirty="0"/>
              <a:t>Quickly identifying suitably skilled candidates is difficult.</a:t>
            </a:r>
          </a:p>
          <a:p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6398834" y="1772816"/>
            <a:ext cx="2508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Recruiters receive large numbers of</a:t>
            </a:r>
          </a:p>
          <a:p>
            <a:r>
              <a:rPr lang="en-US" dirty="0"/>
              <a:t>heterogeneous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4387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316"/>
            <a:ext cx="3491880" cy="6813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504" y="1484784"/>
            <a:ext cx="5184576" cy="176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35896" y="419269"/>
            <a:ext cx="424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Methodology</a:t>
            </a:r>
            <a:endParaRPr lang="en-IN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616484" y="3465004"/>
            <a:ext cx="55446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Modules: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Resume Input Module — file upload / text parsing.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Job Description Input Module — enter or paste JD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Matching Engine — normalise text, count keyword overlaps, compute match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Result Module — ranked list, matched keywords highlighted, </a:t>
            </a:r>
            <a:r>
              <a:rPr lang="en-IN" dirty="0" err="1"/>
              <a:t>explorable</a:t>
            </a:r>
            <a:r>
              <a:rPr lang="en-IN" dirty="0"/>
              <a:t>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40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78" y="692696"/>
            <a:ext cx="3744416" cy="26642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677226"/>
            <a:ext cx="4320480" cy="24637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78" y="3573016"/>
            <a:ext cx="3679758" cy="30243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573016"/>
            <a:ext cx="4392488" cy="288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520" y="188640"/>
            <a:ext cx="5551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Snapshots of MVP</a:t>
            </a:r>
            <a:r>
              <a:rPr lang="en-IN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795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8954" y="462109"/>
            <a:ext cx="84249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Tech Stack &amp; Conclusion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1319572"/>
            <a:ext cx="26642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Fron</a:t>
            </a:r>
            <a:r>
              <a:rPr lang="en-US" b="1" dirty="0"/>
              <a:t> Frontend — </a:t>
            </a:r>
            <a:r>
              <a:rPr lang="en-US" b="1" dirty="0" err="1"/>
              <a:t>ReactJS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 Dynamic, component-        based user interface for resume and job description input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70" y="1338446"/>
            <a:ext cx="510584" cy="39460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280" y="1312711"/>
            <a:ext cx="505406" cy="42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028" y="1410485"/>
            <a:ext cx="607496" cy="322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057840" y="131271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Deployment — 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3523" y="1682043"/>
            <a:ext cx="23129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Cloud hosting for seamless continuous </a:t>
            </a:r>
          </a:p>
          <a:p>
            <a:r>
              <a:rPr lang="en-IN" dirty="0"/>
              <a:t>deployment and accessibility</a:t>
            </a:r>
          </a:p>
          <a:p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3491880" y="1312711"/>
            <a:ext cx="1944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Backend -Node.js &amp; Express</a:t>
            </a:r>
          </a:p>
          <a:p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3608686" y="1916832"/>
            <a:ext cx="21154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RESTful API handling resume parsing and keyword matching logic</a:t>
            </a:r>
          </a:p>
          <a:p>
            <a:endParaRPr lang="en-IN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467544" y="3501008"/>
            <a:ext cx="81369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77270" y="4149080"/>
            <a:ext cx="2688870" cy="12961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28" name="Rectangle 27"/>
          <p:cNvSpPr/>
          <p:nvPr/>
        </p:nvSpPr>
        <p:spPr>
          <a:xfrm>
            <a:off x="3191561" y="4149080"/>
            <a:ext cx="2688870" cy="12961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/>
          </a:p>
        </p:txBody>
      </p:sp>
      <p:sp>
        <p:nvSpPr>
          <p:cNvPr id="29" name="Rectangle 28"/>
          <p:cNvSpPr/>
          <p:nvPr/>
        </p:nvSpPr>
        <p:spPr>
          <a:xfrm>
            <a:off x="6154348" y="4149080"/>
            <a:ext cx="2688870" cy="12961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298954" y="4172525"/>
            <a:ext cx="1500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Automation</a:t>
            </a:r>
          </a:p>
          <a:p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298954" y="4483104"/>
            <a:ext cx="2667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automates basic resume screening end-to-end</a:t>
            </a:r>
          </a:p>
          <a:p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3191561" y="4136494"/>
            <a:ext cx="1432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Efficiency</a:t>
            </a:r>
          </a:p>
          <a:p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3191561" y="4441164"/>
            <a:ext cx="2688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Saves time and improves hiring process throughput</a:t>
            </a:r>
          </a:p>
          <a:p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6228184" y="4172525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Future Scope</a:t>
            </a:r>
          </a:p>
          <a:p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6111924" y="4495690"/>
            <a:ext cx="2611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be enhanced with AI and NLP for deeper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99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76672"/>
            <a:ext cx="5112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 dirty="0"/>
          </a:p>
          <a:p>
            <a:r>
              <a:rPr lang="en-IN" sz="2400" b="1" dirty="0"/>
              <a:t>Links: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7687" y="1484784"/>
            <a:ext cx="8280920" cy="20928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IN" sz="2000" b="1" dirty="0"/>
          </a:p>
          <a:p>
            <a:r>
              <a:rPr lang="en-IN" sz="2000" b="1" dirty="0"/>
              <a:t>1. </a:t>
            </a:r>
            <a:r>
              <a:rPr lang="en-IN" sz="2000" b="1" dirty="0" err="1"/>
              <a:t>Github</a:t>
            </a:r>
            <a:r>
              <a:rPr lang="en-IN" sz="2000" b="1" dirty="0"/>
              <a:t> Repository : </a:t>
            </a:r>
            <a:r>
              <a:rPr lang="en-IN" u="sng" dirty="0">
                <a:solidFill>
                  <a:schemeClr val="accent5"/>
                </a:solidFill>
                <a:hlinkClick r:id="rId2"/>
              </a:rPr>
              <a:t>https://github.com/nagellachinmayasai-code/Mini-Project</a:t>
            </a:r>
            <a:endParaRPr lang="en-IN" u="sng" dirty="0">
              <a:solidFill>
                <a:schemeClr val="accent5"/>
              </a:solidFill>
            </a:endParaRPr>
          </a:p>
          <a:p>
            <a:endParaRPr lang="en-IN" u="sng" dirty="0">
              <a:solidFill>
                <a:schemeClr val="accent5"/>
              </a:solidFill>
            </a:endParaRPr>
          </a:p>
          <a:p>
            <a:endParaRPr lang="en-IN" u="sng" dirty="0">
              <a:solidFill>
                <a:schemeClr val="tx2">
                  <a:lumMod val="75000"/>
                </a:schemeClr>
              </a:solidFill>
            </a:endParaRPr>
          </a:p>
          <a:p>
            <a:endParaRPr lang="en-IN" u="sn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MVP Link : </a:t>
            </a:r>
            <a:r>
              <a:rPr lang="en-IN" u="sng" dirty="0">
                <a:solidFill>
                  <a:srgbClr val="0070C0"/>
                </a:solidFill>
              </a:rPr>
              <a:t>https://mini-project-444l.onrender.com/</a:t>
            </a:r>
          </a:p>
          <a:p>
            <a:endParaRPr lang="en-IN" u="sng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709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slidekit.com/wp-content/uploads/2025/02/White-Background-Thank-You-Slid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472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250</Words>
  <Application>Microsoft Office PowerPoint</Application>
  <PresentationFormat>On-screen Show (4:3)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A web-based Applicant Tracking System that automates resume screening by comparing candidate resumes with job descriptions using intelligent keyword-based matching.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web-based Applicant Tracking System that automates resume screening by comparing candidate resumes with job descriptions using intelligent keyword-based matching.</dc:title>
  <dc:creator>Phanindra Akkissetty</dc:creator>
  <cp:lastModifiedBy>Varshitha Neha</cp:lastModifiedBy>
  <cp:revision>16</cp:revision>
  <dcterms:created xsi:type="dcterms:W3CDTF">2026-06-23T11:41:06Z</dcterms:created>
  <dcterms:modified xsi:type="dcterms:W3CDTF">2026-06-24T12:49:03Z</dcterms:modified>
</cp:coreProperties>
</file>